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4A61"/>
                </a:solidFill>
                <a:latin typeface="Aptos"/>
              </a:defRPr>
            </a:pPr>
            <a:r>
              <a:t>Hotel demo: ask, track, see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4668C"/>
                </a:solidFill>
                <a:latin typeface="Aptos"/>
              </a:defRPr>
            </a:pPr>
            <a:r>
              <a:t>5-10 minutes | Use an existing change rather than waiting for a new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64A61"/>
                </a:solidFill>
                <a:latin typeface="Aptos"/>
              </a:defRPr>
            </a:pPr>
            <a:r>
              <a:t>Development demo | Production remains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4A6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164A61"/>
                </a:solidFill>
                <a:latin typeface="Aptos"/>
              </a:defRPr>
            </a:pPr>
            <a:r>
              <a:t>Describe a guest need. Follow the work. See the development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34640"/>
            <a:ext cx="1975103" cy="914400"/>
          </a:xfrm>
          <a:prstGeom prst="roundRect">
            <a:avLst/>
          </a:prstGeom>
          <a:solidFill>
            <a:srgbClr val="16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9F6EF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5224" y="2834640"/>
            <a:ext cx="1975103" cy="914400"/>
          </a:xfrm>
          <a:prstGeom prst="round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9F6EF"/>
                </a:solidFill>
                <a:latin typeface="Aptos"/>
              </a:defRPr>
            </a:pPr>
            <a:r>
              <a:t>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3207" y="2834640"/>
            <a:ext cx="1975103" cy="914400"/>
          </a:xfrm>
          <a:prstGeom prst="roundRect">
            <a:avLst/>
          </a:prstGeom>
          <a:solidFill>
            <a:srgbClr val="16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9F6EF"/>
                </a:solidFill>
                <a:latin typeface="Aptos"/>
              </a:defRPr>
            </a:pPr>
            <a:r>
              <a:t>Cloud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2834640"/>
            <a:ext cx="1975103" cy="914400"/>
          </a:xfrm>
          <a:prstGeom prst="round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9F6EF"/>
                </a:solidFill>
                <a:latin typeface="Aptos"/>
              </a:defRPr>
            </a:pPr>
            <a:r>
              <a:t>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9176" y="2834640"/>
            <a:ext cx="1975103" cy="914400"/>
          </a:xfrm>
          <a:prstGeom prst="roundRect">
            <a:avLst/>
          </a:prstGeom>
          <a:solidFill>
            <a:srgbClr val="164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9F6E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80560"/>
            <a:ext cx="10607040" cy="1325880"/>
          </a:xfrm>
          <a:prstGeom prst="roundRect">
            <a:avLst/>
          </a:prstGeom>
          <a:solidFill>
            <a:srgbClr val="8DC4E6"/>
          </a:solidFill>
          <a:ln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4A61"/>
                </a:solidFill>
                <a:latin typeface="Aptos"/>
              </a:defRPr>
            </a:pPr>
            <a:r>
              <a:t>One simple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4A61"/>
                </a:solidFill>
                <a:latin typeface="Aptos"/>
              </a:defRPr>
            </a:pPr>
            <a:r>
              <a:t>Azure Boards shows the requirement. GitHub shows the work. The Hotel shows the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4A61"/>
                </a:solidFill>
                <a:latin typeface="Aptos"/>
              </a:defRPr>
            </a:pPr>
            <a:r>
              <a:t>1. Show the Hotel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4668C"/>
                </a:solidFill>
                <a:latin typeface="Aptos"/>
              </a:defRPr>
            </a:pPr>
            <a:r>
              <a:t>The guest experience comes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64A61"/>
                </a:solidFill>
                <a:latin typeface="Aptos"/>
              </a:defRPr>
            </a:pPr>
            <a:r>
              <a:t>Development demo | Production remains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4A6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Open the development site and choose a hotel.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Select future dates and guests, check availability, and show the total.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Stop before Confirm booking: shared data does not need another reservation.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80560"/>
            <a:ext cx="10607040" cy="1325880"/>
          </a:xfrm>
          <a:prstGeom prst="roundRect">
            <a:avLst/>
          </a:prstGeom>
          <a:solidFill>
            <a:srgbClr val="8DC4E6"/>
          </a:solidFill>
          <a:ln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4A61"/>
                </a:solidFill>
                <a:latin typeface="Aptos"/>
              </a:defRPr>
            </a:pPr>
            <a:r>
              <a:t>If the site is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4A61"/>
                </a:solidFill>
                <a:latin typeface="Aptos"/>
              </a:defRPr>
            </a:pPr>
            <a:r>
              <a:t>Show existing cloud screenshots as recorded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4A61"/>
                </a:solidFill>
                <a:latin typeface="Aptos"/>
              </a:defRPr>
            </a:pPr>
            <a:r>
              <a:t>2. Ask a knowledge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4668C"/>
                </a:solidFill>
                <a:latin typeface="Aptos"/>
              </a:defRPr>
            </a:pPr>
            <a:r>
              <a:t>Show a cited answer, not just a confident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64A61"/>
                </a:solidFill>
                <a:latin typeface="Aptos"/>
              </a:defRPr>
            </a:pPr>
            <a:r>
              <a:t>Development demo | Production remains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4A6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Ask for the booking rules in plain language, with sources and revision.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Repository knowledge works now; Search MCP needs a verified connection.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For MCP, show the actual tool call and passage. Otherwise say it used repository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80560"/>
            <a:ext cx="10607040" cy="1325880"/>
          </a:xfrm>
          <a:prstGeom prst="roundRect">
            <a:avLst/>
          </a:prstGeom>
          <a:solidFill>
            <a:srgbClr val="8DC4E6"/>
          </a:solidFill>
          <a:ln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4A61"/>
                </a:solidFill>
                <a:latin typeface="Aptos"/>
              </a:defRPr>
            </a:pPr>
            <a:r>
              <a:t>Copy this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4A61"/>
                </a:solidFill>
                <a:latin typeface="Aptos"/>
              </a:defRPr>
            </a:pPr>
            <a:r>
              <a:t>Read the repository knowledge. Explain our booking rules and cite the documents and revision. Do not change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4A61"/>
                </a:solidFill>
                <a:latin typeface="Aptos"/>
              </a:defRPr>
            </a:pPr>
            <a:r>
              <a:t>3. Agree one small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4668C"/>
                </a:solidFill>
                <a:latin typeface="Aptos"/>
              </a:defRPr>
            </a:pPr>
            <a:r>
              <a:t>No technical commands for the product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64A61"/>
                </a:solidFill>
                <a:latin typeface="Aptos"/>
              </a:defRPr>
            </a:pPr>
            <a:r>
              <a:t>Development demo | Production remains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4A6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Describe one new improvement and agree how to know it works.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Say: That looks good. Create the story.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Default: sample-project User Story, New, no github-synced tag.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Scheduled intake assigns a cloud developer; pickup can be delayed.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80560"/>
            <a:ext cx="10607040" cy="1325880"/>
          </a:xfrm>
          <a:prstGeom prst="roundRect">
            <a:avLst/>
          </a:prstGeom>
          <a:solidFill>
            <a:srgbClr val="8DC4E6"/>
          </a:solidFill>
          <a:ln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4A61"/>
                </a:solidFill>
                <a:latin typeface="Aptos"/>
              </a:defRPr>
            </a:pPr>
            <a:r>
              <a:t>Read-only replay?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4A61"/>
                </a:solidFill>
                <a:latin typeface="Aptos"/>
              </a:defRPr>
            </a:pPr>
            <a:r>
              <a:t>Skip story creation. It starts real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4A61"/>
                </a:solidFill>
                <a:latin typeface="Aptos"/>
              </a:defRPr>
            </a:pPr>
            <a:r>
              <a:t>4. Follow one existing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4668C"/>
                </a:solidFill>
                <a:latin typeface="Aptos"/>
              </a:defRPr>
            </a:pPr>
            <a:r>
              <a:t>Story -&gt; linked issue -&gt; pull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64A61"/>
                </a:solidFill>
                <a:latin typeface="Aptos"/>
              </a:defRPr>
            </a:pPr>
            <a:r>
              <a:t>Development demo | Production remains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4A6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Validation checks build and tests; Copilot reviews the exact revision.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QA saves workflow evidence; the custom QA agent is not yet automated.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One review alternative is normally skipped. It is not duplicate work.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If checks are still running or fail, do not call the change delivered.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80560"/>
            <a:ext cx="10607040" cy="1325880"/>
          </a:xfrm>
          <a:prstGeom prst="roundRect">
            <a:avLst/>
          </a:prstGeom>
          <a:solidFill>
            <a:srgbClr val="8DC4E6"/>
          </a:solidFill>
          <a:ln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4A61"/>
                </a:solidFill>
                <a:latin typeface="Aptos"/>
              </a:defRPr>
            </a:pPr>
            <a:r>
              <a:t>Where to 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4A61"/>
                </a:solidFill>
                <a:latin typeface="Aptos"/>
              </a:defRPr>
            </a:pPr>
            <a:r>
              <a:t>Use Boards and GitHub. Agent Operations is not a mirror of every delivery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4A61"/>
                </a:solidFill>
                <a:latin typeface="Aptos"/>
              </a:defRPr>
            </a:pPr>
            <a:r>
              <a:t>5. Show the development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4668C"/>
                </a:solidFill>
                <a:latin typeface="Aptos"/>
              </a:defRPr>
            </a:pPr>
            <a:r>
              <a:t>No extra human release approval for this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46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64A61"/>
                </a:solidFill>
                <a:latin typeface="Aptos"/>
              </a:defRPr>
            </a:pPr>
            <a:r>
              <a:t>Development demo | Production remains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4A6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Once required checks pass, the coordinator can merge without asking again.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Merge starts development deployment. Show the result only after success.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Workflow execution approval is separate. Production stays manual.</a:t>
            </a:r>
          </a:p>
          <a:p>
            <a:pPr>
              <a:spcAft>
                <a:spcPts val="1200"/>
              </a:spcAft>
              <a:defRPr sz="2000">
                <a:solidFill>
                  <a:srgbClr val="164A61"/>
                </a:solidFill>
                <a:latin typeface="Aptos"/>
              </a:defRPr>
            </a:pPr>
            <a:r>
              <a:t>•  Prove MCP chat retrieval first; verify development-agent access separately.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480560"/>
            <a:ext cx="10607040" cy="1325880"/>
          </a:xfrm>
          <a:prstGeom prst="roundRect">
            <a:avLst/>
          </a:prstGeom>
          <a:solidFill>
            <a:srgbClr val="8DC4E6"/>
          </a:solidFill>
          <a:ln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9028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4A61"/>
                </a:solidFill>
                <a:latin typeface="Aptos"/>
              </a:defRPr>
            </a:pPr>
            <a:r>
              <a:t>Before presenting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64A61"/>
                </a:solidFill>
                <a:latin typeface="Aptos"/>
              </a:defRPr>
            </a:pPr>
            <a:r>
              <a:t>Read TEAM-DEMO-GUIDE.md for live links and readiness notes. Pending PRs are not deployed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demo: ask, track, see the result</dc:title>
  <dc:subject>Simple product-owner walkthrough; see TEAM-DEMO-GUIDE.md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