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424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 Display"/>
              </a:defRPr>
            </a:pPr>
            <a:r>
              <a:t>Agentic Hotel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306324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BEDBF5"/>
                </a:solidFill>
                <a:latin typeface="Aptos"/>
              </a:defRPr>
            </a:pPr>
            <a:r>
              <a:t>Team demo: requirement to verified development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5943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Aptos"/>
              </a:defRPr>
            </a:pPr>
            <a:r>
              <a:t>Hotel Web + API are the product. Agents are the delivery system.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What we are demonstrating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777"/>
                </a:solidFill>
                <a:latin typeface="Aptos"/>
              </a:defRPr>
            </a:pPr>
            <a:r>
              <a:t>A controlled, traceable software-delivery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474720" cy="356616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8D4"/>
                </a:solidFill>
                <a:latin typeface="Aptos Display"/>
              </a:defRPr>
            </a:pPr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30175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Hotel Web UI</a:t>
            </a:r>
            <a:br/>
            <a:r>
              <a:t>.NET booking API</a:t>
            </a:r>
            <a:br/>
            <a:r>
              <a:t>Azure SQL persistence</a:t>
            </a:r>
            <a:br/>
            <a:r>
              <a:t>User-visible booking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08760"/>
            <a:ext cx="3474720" cy="356616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691639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9999"/>
                </a:solidFill>
                <a:latin typeface="Aptos Display"/>
              </a:defRPr>
            </a:pPr>
            <a:r>
              <a:t>Delivery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167128"/>
            <a:ext cx="30175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Azure Boards intake</a:t>
            </a:r>
            <a:br/>
            <a:r>
              <a:t>Copilot implementation</a:t>
            </a:r>
            <a:br/>
            <a:r>
              <a:t>GitHub Actions gates</a:t>
            </a:r>
            <a:br/>
            <a:r>
              <a:t>Independent review and 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508760"/>
            <a:ext cx="3474720" cy="356616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691639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7C41"/>
                </a:solidFill>
                <a:latin typeface="Aptos Display"/>
              </a:defRPr>
            </a:pPr>
            <a:r>
              <a:t>Human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167128"/>
            <a:ext cx="30175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Requirement acceptance</a:t>
            </a:r>
            <a:br/>
            <a:r>
              <a:t>Review decisions</a:t>
            </a:r>
            <a:br/>
            <a:r>
              <a:t>Release approval</a:t>
            </a:r>
            <a:br/>
            <a:r>
              <a:t>Production authorization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1. Start with product intent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777"/>
                </a:solidFill>
                <a:latin typeface="Aptos"/>
              </a:defRPr>
            </a:pPr>
            <a:r>
              <a:t>Use the latest main branch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Open the repository in GitHub Copilot Desktop.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Ask Copilot to read AGENTS.md and docs/knowledge/.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Refine one Hotel Web/API vertical slice.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Confirm user outcome, failure behavior, and testable acceptance criteria.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074920"/>
            <a:ext cx="10332720" cy="96012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52578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8D4"/>
                </a:solidFill>
                <a:latin typeface="Aptos Display"/>
              </a:defRPr>
            </a:pPr>
            <a:r>
              <a:t>Starter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733288"/>
            <a:ext cx="98755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Help me refine a Hotel Web/API requirement into one bounded vertical slice with testable acceptance criteria.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2. Create the Azure Boards item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Create a User Story for new behavior or a Bug for a correction.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Target the sample-project Azure DevOps project.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Leave the item in New.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Do not add github-synced and do not manually create a GitHub issue.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074920"/>
            <a:ext cx="10332720" cy="96012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2578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9999"/>
                </a:solidFill>
                <a:latin typeface="Aptos Display"/>
              </a:defRPr>
            </a:pPr>
            <a:r>
              <a:t>Creation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733288"/>
            <a:ext cx="98755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Create this in Azure Boards, leave it in New, and do not add github-synced.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3. Watch automatic intake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777"/>
                </a:solidFill>
                <a:latin typeface="Aptos"/>
              </a:defRPr>
            </a:pPr>
            <a:r>
              <a:t>Polling runs every five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43200"/>
            <a:ext cx="2092147" cy="9601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New AB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8219" y="303580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4523" y="2743200"/>
            <a:ext cx="2092147" cy="960120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88382" y="303580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4686" y="2743200"/>
            <a:ext cx="2092147" cy="960120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GitHub 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8545" y="303580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4849" y="2743200"/>
            <a:ext cx="2092147" cy="960120"/>
          </a:xfrm>
          <a:prstGeom prst="round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Agent assigned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8708" y="303580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75012" y="2743200"/>
            <a:ext cx="2092147" cy="9601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AB Active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The linked GitHub issue contains the acceptance criteria and AB# reference.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github-synced prevents duplicate dispatch.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The Hotel developer agent receives the bounded implementation contract.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4. Follow implementation and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65960"/>
            <a:ext cx="1457814" cy="9601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3886" y="225856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80190" y="1965960"/>
            <a:ext cx="1457814" cy="960120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717" y="225856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66021" y="1965960"/>
            <a:ext cx="1457814" cy="960120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Code +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5548" y="225856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51852" y="1965960"/>
            <a:ext cx="1457814" cy="960120"/>
          </a:xfrm>
          <a:prstGeom prst="round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Pull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1379" y="225856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37683" y="1965960"/>
            <a:ext cx="1457814" cy="9601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7210" y="225856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23514" y="1965960"/>
            <a:ext cx="1457814" cy="960120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3041" y="225856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9345" y="1965960"/>
            <a:ext cx="1457814" cy="960120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10789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Every claim must be grounded in repository knowledge or explicit evidence.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Source or PR metadata changes require fresh validation, review, and QA.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The QA agent verifies acceptance criteria and negative paths independently.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5. Approve and deploy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Review the exact pull-request revision and resolve all findings.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Confirm CI and immutable QA evidence bind to the same source.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A human approves merge and release; bot recommendations are not approval.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Development deploys automatically after merge.</a:t>
            </a:r>
          </a:p>
          <a:p>
            <a:pPr>
              <a:spcAft>
                <a:spcPts val="1400"/>
              </a:spcAft>
              <a:defRPr sz="2300">
                <a:solidFill>
                  <a:srgbClr val="122038"/>
                </a:solidFill>
                <a:latin typeface="Aptos"/>
              </a:defRPr>
            </a:pPr>
            <a:r>
              <a:t>•  Production remains manual and protected.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Possible demo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777"/>
                </a:solidFill>
                <a:latin typeface="Aptos"/>
              </a:defRPr>
            </a:pPr>
            <a:r>
              <a:t>Show the outcome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54480"/>
            <a:ext cx="3566160" cy="411480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7C41"/>
                </a:solidFill>
                <a:latin typeface="Aptos Display"/>
              </a:defRPr>
            </a:pPr>
            <a:r>
              <a:t>Success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12848"/>
            <a:ext cx="310896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Work item becomes Active.</a:t>
            </a:r>
            <a:br/>
            <a:r>
              <a:t>Issue and PR are linked.</a:t>
            </a:r>
            <a:br/>
            <a:r>
              <a:t>CI, review, and QA pass.</a:t>
            </a:r>
            <a:br/>
            <a:r>
              <a:t>Development deploys.</a:t>
            </a:r>
            <a:br/>
            <a:r>
              <a:t>Web/API behavior is verified.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54480"/>
            <a:ext cx="3566160" cy="411480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CA5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73736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A5010"/>
                </a:solidFill>
                <a:latin typeface="Aptos Display"/>
              </a:defRPr>
            </a:pPr>
            <a:r>
              <a:t>Needs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0896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A gate finds a defect.</a:t>
            </a:r>
            <a:br/>
            <a:r>
              <a:t>Agent updates code or metadata.</a:t>
            </a:r>
            <a:br/>
            <a:r>
              <a:t>All affected evidence is regenerated.</a:t>
            </a:r>
            <a:br/>
            <a:r>
              <a:t>No stale result is reused.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5" y="1554480"/>
            <a:ext cx="3566160" cy="411480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C42B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73736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42B1C"/>
                </a:solidFill>
                <a:latin typeface="Aptos Display"/>
              </a:defRPr>
            </a:pPr>
            <a:r>
              <a:t>Safe stop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5" y="2212848"/>
            <a:ext cx="310896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Missing evidence or risky action routes to human review.</a:t>
            </a:r>
            <a:br/>
            <a:r>
              <a:t>Deployment failure preserves the previous live version.</a:t>
            </a:r>
            <a:br/>
            <a:r>
              <a:t>Production is not touched.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038"/>
                </a:solidFill>
                <a:latin typeface="Aptos Display"/>
              </a:defRPr>
            </a:pPr>
            <a:r>
              <a:t>End-to-end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1440" y="64190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777"/>
                </a:solidFill>
              </a:defRPr>
            </a:pPr>
            <a: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11680"/>
            <a:ext cx="1259586" cy="9601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35657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81962" y="2011680"/>
            <a:ext cx="1259586" cy="960120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AB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3260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9564" y="2011680"/>
            <a:ext cx="1259586" cy="960120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0862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7166" y="2011680"/>
            <a:ext cx="1259586" cy="960120"/>
          </a:xfrm>
          <a:prstGeom prst="round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2011680"/>
            <a:ext cx="1259586" cy="9601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6066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32370" y="2011680"/>
            <a:ext cx="1259586" cy="960120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3668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9972" y="2011680"/>
            <a:ext cx="1259586" cy="960120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70" y="2304288"/>
            <a:ext cx="173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5A6777"/>
                </a:solidFill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07574" y="2011680"/>
            <a:ext cx="1259586" cy="960120"/>
          </a:xfrm>
          <a:prstGeom prst="roundRect">
            <a:avLst/>
          </a:prstGeom>
          <a:solidFill>
            <a:srgbClr val="12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977639"/>
            <a:ext cx="10332720" cy="1280160"/>
          </a:xfrm>
          <a:prstGeom prst="roundRect">
            <a:avLst/>
          </a:prstGeom>
          <a:solidFill>
            <a:srgbClr val="F3F7FB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16052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78D4"/>
                </a:solidFill>
                <a:latin typeface="Aptos Display"/>
              </a:defRPr>
            </a:pPr>
            <a:r>
              <a:t>Key takeaway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36007"/>
            <a:ext cx="9875520" cy="4571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22038"/>
                </a:solidFill>
                <a:latin typeface="Aptos"/>
              </a:defRPr>
            </a:pPr>
            <a:r>
              <a:t>The system accelerates implementation while retaining evidence, traceability, least privilege, and explicit human control over release.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